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1" d="100"/>
          <a:sy n="61" d="100"/>
        </p:scale>
        <p:origin x="88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3861618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2698205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33916251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6E619F-7736-4E27-894E-81E5A83480CF}"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3536330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6E619F-7736-4E27-894E-81E5A83480CF}"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2356191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6E619F-7736-4E27-894E-81E5A83480CF}"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2577600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6E619F-7736-4E27-894E-81E5A83480CF}"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24837660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6E619F-7736-4E27-894E-81E5A83480CF}"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28442580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6E619F-7736-4E27-894E-81E5A83480CF}"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3201521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2491452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70620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15866663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711775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28470781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11131667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6E619F-7736-4E27-894E-81E5A83480CF}"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8E4728C-16D6-4F38-BA04-17E380164B5C}" type="slidenum">
              <a:rPr lang="en-US" smtClean="0"/>
              <a:t>‹#›</a:t>
            </a:fld>
            <a:endParaRPr lang="en-US"/>
          </a:p>
        </p:txBody>
      </p:sp>
    </p:spTree>
    <p:extLst>
      <p:ext uri="{BB962C8B-B14F-4D97-AF65-F5344CB8AC3E}">
        <p14:creationId xmlns:p14="http://schemas.microsoft.com/office/powerpoint/2010/main" val="3998112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6E619F-7736-4E27-894E-81E5A83480CF}" type="datetimeFigureOut">
              <a:rPr lang="en-US" smtClean="0"/>
              <a:t>11/10/2025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E8E4728C-16D6-4F38-BA04-17E380164B5C}" type="slidenum">
              <a:rPr lang="en-US" smtClean="0"/>
              <a:t>‹#›</a:t>
            </a:fld>
            <a:endParaRPr lang="en-US"/>
          </a:p>
        </p:txBody>
      </p:sp>
    </p:spTree>
    <p:extLst>
      <p:ext uri="{BB962C8B-B14F-4D97-AF65-F5344CB8AC3E}">
        <p14:creationId xmlns:p14="http://schemas.microsoft.com/office/powerpoint/2010/main" val="9834433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4906F-8BED-BB54-3BAF-4741061FA100}"/>
              </a:ext>
            </a:extLst>
          </p:cNvPr>
          <p:cNvSpPr>
            <a:spLocks noGrp="1"/>
          </p:cNvSpPr>
          <p:nvPr>
            <p:ph type="ctrTitle"/>
          </p:nvPr>
        </p:nvSpPr>
        <p:spPr/>
        <p:txBody>
          <a:bodyPr/>
          <a:lstStyle/>
          <a:p>
            <a:pPr algn="ctr"/>
            <a:r>
              <a:rPr lang="en-US" dirty="0"/>
              <a:t>Team Name: Omni</a:t>
            </a:r>
            <a:br>
              <a:rPr lang="en-US" dirty="0"/>
            </a:br>
            <a:r>
              <a:rPr lang="en-US" dirty="0"/>
              <a:t>Phase: Two</a:t>
            </a:r>
          </a:p>
        </p:txBody>
      </p:sp>
      <p:sp>
        <p:nvSpPr>
          <p:cNvPr id="3" name="Subtitle 2">
            <a:extLst>
              <a:ext uri="{FF2B5EF4-FFF2-40B4-BE49-F238E27FC236}">
                <a16:creationId xmlns:a16="http://schemas.microsoft.com/office/drawing/2014/main" id="{A6781D6E-3C10-9763-514E-812DFF7D0550}"/>
              </a:ext>
            </a:extLst>
          </p:cNvPr>
          <p:cNvSpPr>
            <a:spLocks noGrp="1"/>
          </p:cNvSpPr>
          <p:nvPr>
            <p:ph type="subTitle" idx="1"/>
          </p:nvPr>
        </p:nvSpPr>
        <p:spPr/>
        <p:txBody>
          <a:bodyPr>
            <a:noAutofit/>
          </a:bodyPr>
          <a:lstStyle/>
          <a:p>
            <a:pPr algn="l"/>
            <a:r>
              <a:rPr lang="en-US" sz="1600" b="1" dirty="0">
                <a:solidFill>
                  <a:schemeClr val="accent2"/>
                </a:solidFill>
              </a:rPr>
              <a:t>Team Members:</a:t>
            </a:r>
          </a:p>
          <a:p>
            <a:pPr algn="l"/>
            <a:r>
              <a:rPr lang="en-US" sz="1600" dirty="0">
                <a:solidFill>
                  <a:schemeClr val="accent1"/>
                </a:solidFill>
              </a:rPr>
              <a:t>Erick Omondi – Test Manager </a:t>
            </a:r>
          </a:p>
          <a:p>
            <a:pPr algn="l"/>
            <a:r>
              <a:rPr lang="en-US" sz="1600" dirty="0">
                <a:solidFill>
                  <a:schemeClr val="accent1"/>
                </a:solidFill>
              </a:rPr>
              <a:t>Henok Girma – Risk Analyst</a:t>
            </a:r>
          </a:p>
          <a:p>
            <a:pPr algn="l"/>
            <a:r>
              <a:rPr lang="en-US" sz="1600" dirty="0">
                <a:solidFill>
                  <a:schemeClr val="accent1"/>
                </a:solidFill>
              </a:rPr>
              <a:t>Lydia Awuor – Test Executor</a:t>
            </a:r>
          </a:p>
        </p:txBody>
      </p:sp>
    </p:spTree>
    <p:extLst>
      <p:ext uri="{BB962C8B-B14F-4D97-AF65-F5344CB8AC3E}">
        <p14:creationId xmlns:p14="http://schemas.microsoft.com/office/powerpoint/2010/main" val="292975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DC1BB-1DEF-065F-F9A4-DB88995EF9E0}"/>
              </a:ext>
            </a:extLst>
          </p:cNvPr>
          <p:cNvSpPr>
            <a:spLocks noGrp="1"/>
          </p:cNvSpPr>
          <p:nvPr>
            <p:ph type="title"/>
          </p:nvPr>
        </p:nvSpPr>
        <p:spPr/>
        <p:txBody>
          <a:bodyPr/>
          <a:lstStyle/>
          <a:p>
            <a:r>
              <a:rPr lang="en-US" dirty="0"/>
              <a:t>Test Cases</a:t>
            </a:r>
          </a:p>
        </p:txBody>
      </p:sp>
      <p:sp>
        <p:nvSpPr>
          <p:cNvPr id="7" name="Content Placeholder 6">
            <a:extLst>
              <a:ext uri="{FF2B5EF4-FFF2-40B4-BE49-F238E27FC236}">
                <a16:creationId xmlns:a16="http://schemas.microsoft.com/office/drawing/2014/main" id="{7C1A6731-5B46-BDEC-8808-268FD417D6F6}"/>
              </a:ext>
            </a:extLst>
          </p:cNvPr>
          <p:cNvSpPr>
            <a:spLocks noGrp="1"/>
          </p:cNvSpPr>
          <p:nvPr>
            <p:ph idx="1"/>
          </p:nvPr>
        </p:nvSpPr>
        <p:spPr/>
        <p:txBody>
          <a:bodyPr/>
          <a:lstStyle/>
          <a:p>
            <a:r>
              <a:rPr lang="en-US" dirty="0"/>
              <a:t>During the testing of the </a:t>
            </a:r>
            <a:r>
              <a:rPr lang="en-US" dirty="0" err="1"/>
              <a:t>CleanCity</a:t>
            </a:r>
            <a:r>
              <a:rPr lang="en-US" dirty="0"/>
              <a:t> Waste Scheduler web application, we designed and executed 44 test cases to assess the system’s functionality, usability, and reliability. Our focus was to ensure that all core features worked as expected and that user interactions produced accurate and consistent results across all modules.</a:t>
            </a:r>
          </a:p>
          <a:p>
            <a:endParaRPr lang="en-US" dirty="0"/>
          </a:p>
          <a:p>
            <a:endParaRPr lang="en-US" dirty="0"/>
          </a:p>
        </p:txBody>
      </p:sp>
    </p:spTree>
    <p:extLst>
      <p:ext uri="{BB962C8B-B14F-4D97-AF65-F5344CB8AC3E}">
        <p14:creationId xmlns:p14="http://schemas.microsoft.com/office/powerpoint/2010/main" val="26451051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346-8569-3C96-FDF7-03DB2C648171}"/>
              </a:ext>
            </a:extLst>
          </p:cNvPr>
          <p:cNvSpPr>
            <a:spLocks noGrp="1"/>
          </p:cNvSpPr>
          <p:nvPr>
            <p:ph type="title"/>
          </p:nvPr>
        </p:nvSpPr>
        <p:spPr/>
        <p:txBody>
          <a:bodyPr/>
          <a:lstStyle/>
          <a:p>
            <a:r>
              <a:rPr lang="en-US" dirty="0"/>
              <a:t>Attachment of Test Cases</a:t>
            </a:r>
          </a:p>
        </p:txBody>
      </p:sp>
      <p:pic>
        <p:nvPicPr>
          <p:cNvPr id="5" name="Content Placeholder 4">
            <a:extLst>
              <a:ext uri="{FF2B5EF4-FFF2-40B4-BE49-F238E27FC236}">
                <a16:creationId xmlns:a16="http://schemas.microsoft.com/office/drawing/2014/main" id="{398903F3-1E90-C69E-6146-F33CE541DEF6}"/>
              </a:ext>
            </a:extLst>
          </p:cNvPr>
          <p:cNvPicPr>
            <a:picLocks noGrp="1" noChangeAspect="1"/>
          </p:cNvPicPr>
          <p:nvPr>
            <p:ph idx="1"/>
          </p:nvPr>
        </p:nvPicPr>
        <p:blipFill>
          <a:blip r:embed="rId2"/>
          <a:stretch>
            <a:fillRect/>
          </a:stretch>
        </p:blipFill>
        <p:spPr>
          <a:xfrm>
            <a:off x="677863" y="1445343"/>
            <a:ext cx="8596312" cy="4336184"/>
          </a:xfrm>
          <a:prstGeom prst="rect">
            <a:avLst/>
          </a:prstGeom>
        </p:spPr>
      </p:pic>
    </p:spTree>
    <p:extLst>
      <p:ext uri="{BB962C8B-B14F-4D97-AF65-F5344CB8AC3E}">
        <p14:creationId xmlns:p14="http://schemas.microsoft.com/office/powerpoint/2010/main" val="363632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4930F-1E30-D7F0-DACC-A2B47AC9C009}"/>
              </a:ext>
            </a:extLst>
          </p:cNvPr>
          <p:cNvSpPr>
            <a:spLocks noGrp="1"/>
          </p:cNvSpPr>
          <p:nvPr>
            <p:ph type="title"/>
          </p:nvPr>
        </p:nvSpPr>
        <p:spPr/>
        <p:txBody>
          <a:bodyPr/>
          <a:lstStyle/>
          <a:p>
            <a:r>
              <a:rPr lang="en-US" dirty="0"/>
              <a:t>Automated Test</a:t>
            </a:r>
          </a:p>
        </p:txBody>
      </p:sp>
      <p:sp>
        <p:nvSpPr>
          <p:cNvPr id="3" name="Content Placeholder 2">
            <a:extLst>
              <a:ext uri="{FF2B5EF4-FFF2-40B4-BE49-F238E27FC236}">
                <a16:creationId xmlns:a16="http://schemas.microsoft.com/office/drawing/2014/main" id="{E2E87654-A563-8C27-CFBD-C6BAE540B6F1}"/>
              </a:ext>
            </a:extLst>
          </p:cNvPr>
          <p:cNvSpPr>
            <a:spLocks noGrp="1"/>
          </p:cNvSpPr>
          <p:nvPr>
            <p:ph idx="1"/>
          </p:nvPr>
        </p:nvSpPr>
        <p:spPr/>
        <p:txBody>
          <a:bodyPr/>
          <a:lstStyle/>
          <a:p>
            <a:r>
              <a:rPr lang="en-US" dirty="0"/>
              <a:t>We created a Selenium automation script that opened the </a:t>
            </a:r>
            <a:r>
              <a:rPr lang="en-US" dirty="0" err="1"/>
              <a:t>CleanCity</a:t>
            </a:r>
            <a:r>
              <a:rPr lang="en-US" dirty="0"/>
              <a:t> web app, entered login details, and successfully logged in showing how automation can quickly and accurately verify the login process.</a:t>
            </a:r>
          </a:p>
        </p:txBody>
      </p:sp>
    </p:spTree>
    <p:extLst>
      <p:ext uri="{BB962C8B-B14F-4D97-AF65-F5344CB8AC3E}">
        <p14:creationId xmlns:p14="http://schemas.microsoft.com/office/powerpoint/2010/main" val="2557565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7FA6A-F4DB-5529-632E-1C1A2EFBF783}"/>
              </a:ext>
            </a:extLst>
          </p:cNvPr>
          <p:cNvSpPr>
            <a:spLocks noGrp="1"/>
          </p:cNvSpPr>
          <p:nvPr>
            <p:ph type="title"/>
          </p:nvPr>
        </p:nvSpPr>
        <p:spPr/>
        <p:txBody>
          <a:bodyPr/>
          <a:lstStyle/>
          <a:p>
            <a:r>
              <a:rPr lang="en-US" dirty="0"/>
              <a:t>Automation Attachment</a:t>
            </a:r>
          </a:p>
        </p:txBody>
      </p:sp>
      <p:pic>
        <p:nvPicPr>
          <p:cNvPr id="5" name="Content Placeholder 4">
            <a:extLst>
              <a:ext uri="{FF2B5EF4-FFF2-40B4-BE49-F238E27FC236}">
                <a16:creationId xmlns:a16="http://schemas.microsoft.com/office/drawing/2014/main" id="{1D6A2F38-BF6C-C50E-E7AF-345698996802}"/>
              </a:ext>
            </a:extLst>
          </p:cNvPr>
          <p:cNvPicPr>
            <a:picLocks noGrp="1" noChangeAspect="1"/>
          </p:cNvPicPr>
          <p:nvPr>
            <p:ph idx="1"/>
          </p:nvPr>
        </p:nvPicPr>
        <p:blipFill>
          <a:blip r:embed="rId2"/>
          <a:stretch>
            <a:fillRect/>
          </a:stretch>
        </p:blipFill>
        <p:spPr>
          <a:xfrm>
            <a:off x="1061885" y="2256503"/>
            <a:ext cx="7262172" cy="2506791"/>
          </a:xfrm>
          <a:prstGeom prst="rect">
            <a:avLst/>
          </a:prstGeom>
        </p:spPr>
      </p:pic>
    </p:spTree>
    <p:extLst>
      <p:ext uri="{BB962C8B-B14F-4D97-AF65-F5344CB8AC3E}">
        <p14:creationId xmlns:p14="http://schemas.microsoft.com/office/powerpoint/2010/main" val="32625753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6EC50-75EE-0433-63F6-A1469BC07C19}"/>
              </a:ext>
            </a:extLst>
          </p:cNvPr>
          <p:cNvSpPr>
            <a:spLocks noGrp="1"/>
          </p:cNvSpPr>
          <p:nvPr>
            <p:ph type="title"/>
          </p:nvPr>
        </p:nvSpPr>
        <p:spPr/>
        <p:txBody>
          <a:bodyPr/>
          <a:lstStyle/>
          <a:p>
            <a:r>
              <a:rPr lang="en-US" dirty="0"/>
              <a:t>Jira Summary Report</a:t>
            </a:r>
          </a:p>
        </p:txBody>
      </p:sp>
      <p:pic>
        <p:nvPicPr>
          <p:cNvPr id="5" name="Content Placeholder 4">
            <a:extLst>
              <a:ext uri="{FF2B5EF4-FFF2-40B4-BE49-F238E27FC236}">
                <a16:creationId xmlns:a16="http://schemas.microsoft.com/office/drawing/2014/main" id="{638F2102-C6B5-3DE7-F95E-61F78AE62F8D}"/>
              </a:ext>
            </a:extLst>
          </p:cNvPr>
          <p:cNvPicPr>
            <a:picLocks noGrp="1" noChangeAspect="1"/>
          </p:cNvPicPr>
          <p:nvPr>
            <p:ph idx="1"/>
          </p:nvPr>
        </p:nvPicPr>
        <p:blipFill>
          <a:blip r:embed="rId2"/>
          <a:stretch>
            <a:fillRect/>
          </a:stretch>
        </p:blipFill>
        <p:spPr>
          <a:xfrm>
            <a:off x="1262097" y="2160588"/>
            <a:ext cx="7427844" cy="3881437"/>
          </a:xfrm>
          <a:prstGeom prst="rect">
            <a:avLst/>
          </a:prstGeom>
        </p:spPr>
      </p:pic>
    </p:spTree>
    <p:extLst>
      <p:ext uri="{BB962C8B-B14F-4D97-AF65-F5344CB8AC3E}">
        <p14:creationId xmlns:p14="http://schemas.microsoft.com/office/powerpoint/2010/main" val="213215465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26</TotalTime>
  <Words>126</Words>
  <Application>Microsoft Office PowerPoint</Application>
  <PresentationFormat>Widescreen</PresentationFormat>
  <Paragraphs>12</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Trebuchet MS</vt:lpstr>
      <vt:lpstr>Wingdings 3</vt:lpstr>
      <vt:lpstr>Facet</vt:lpstr>
      <vt:lpstr>Team Name: Omni Phase: Two</vt:lpstr>
      <vt:lpstr>Test Cases</vt:lpstr>
      <vt:lpstr>Attachment of Test Cases</vt:lpstr>
      <vt:lpstr>Automated Test</vt:lpstr>
      <vt:lpstr>Automation Attachment</vt:lpstr>
      <vt:lpstr>Jira Summary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Erick Omondi</dc:creator>
  <cp:lastModifiedBy>Henok Girma</cp:lastModifiedBy>
  <cp:revision>1</cp:revision>
  <dcterms:created xsi:type="dcterms:W3CDTF">2025-11-10T18:32:11Z</dcterms:created>
  <dcterms:modified xsi:type="dcterms:W3CDTF">2025-11-10T19:32:03Z</dcterms:modified>
</cp:coreProperties>
</file>